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MI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A500F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00FD"/>
                </a:solidFill>
              </a:rPr>
              <a:t>COMMIT API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Strategic Proposal | 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500FD"/>
                </a:solidFill>
              </a:rPr>
              <a:t>Strategic Growth Proposal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Use Motion. Join the Tournament. Live the Game.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Prepared for Commit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By Keshav Varshney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00FD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My Vision: Fitness as a Live Game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Commit isn't just a tracker; it's a world where sweat meets social currency.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We will position Commit as a lifestyle, transforming the 'solo grind' into a collective obsession.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i="1" dirty="0">
                <a:solidFill>
                  <a:srgbClr val="555555"/>
                </a:solidFill>
              </a:rPr>
              <a:t>I don't just build campaigns; I build narratives.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00FD"/>
                </a:solidFill>
              </a:rPr>
              <a:t>SMM Content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From Raw Clips to Viral Assets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92024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A500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00FD"/>
                </a:solidFill>
              </a:rPr>
              <a:t>1. Ideation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 provide weekly concepts &amp; scripts.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2286000"/>
            <a:ext cx="192024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A500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4688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00FD"/>
                </a:solidFill>
              </a:rPr>
              <a:t>2. Capture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32004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You record simple raw clips.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192024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A500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4688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00FD"/>
                </a:solidFill>
              </a:rPr>
              <a:t>3. Magic Edit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 add motion graphics &amp; AI voiceovers.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2286000"/>
            <a:ext cx="1920240" cy="2286000"/>
          </a:xfrm>
          <a:prstGeom prst="rect">
            <a:avLst/>
          </a:prstGeom>
          <a:solidFill>
            <a:srgbClr val="F9F9F9"/>
          </a:solidFill>
          <a:ln w="25400">
            <a:solidFill>
              <a:srgbClr val="A500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46888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00FD"/>
                </a:solidFill>
              </a:rPr>
              <a:t>4. Distribute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32004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Uploading, captions &amp; hashtags.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00FD"/>
                </a:solidFill>
              </a:rPr>
              <a:t>Monthly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1097280"/>
          </a:xfrm>
          <a:prstGeom prst="roundRect">
            <a:avLst/>
          </a:prstGeom>
          <a:solidFill>
            <a:srgbClr val="E1306C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737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TikTok / Reels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17373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5 Videos / Month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7315200" cy="1097280"/>
          </a:xfrm>
          <a:prstGeom prst="roundRect">
            <a:avLst/>
          </a:prstGeom>
          <a:solidFill>
            <a:srgbClr val="FF450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1089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Reddit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0" y="31089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5 Posts / Month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389120"/>
            <a:ext cx="7315200" cy="1097280"/>
          </a:xfrm>
          <a:prstGeom prst="roundRect">
            <a:avLst/>
          </a:prstGeom>
          <a:solidFill>
            <a:srgbClr val="0077B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4805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LinkedIn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44805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5 Posts / Month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00FD"/>
                </a:solidFill>
              </a:rPr>
              <a:t>Content Strategy Ideas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Reddit &amp; LinkedIn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Reddit: 'Why your solo workout is failing you.' (Data-backed discussion)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LinkedIn: 'The Death of the Pedometer: Hello, Motion Intelligence.'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Video Concepts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The AI Coach Roast: Persona roasting poor form.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55555"/>
                </a:solidFill>
              </a:rPr>
              <a:t>• Tournament Mode: Split screen User vs Rival.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00FD"/>
                </a:solidFill>
              </a:rPr>
              <a:t>Performance Marketing (US)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Targeting: Gamers who lift, Crossfit, E-sports fans.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FD"/>
                </a:solidFill>
              </a:rPr>
              <a:t>Ad Copy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Headline: Stop working out alone. Start competing.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Body: The Commit Arena never sleeps. Join the live tournament where your sweat earns you rank.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00FD"/>
                </a:solidFill>
              </a:rPr>
              <a:t>Ad Copy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25603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Headline: Your AI Coach is watching.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Body: Forget generic cheering. Get real-time, persona-driven feedback that actually pushes you harder.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500FD"/>
                </a:solidFill>
              </a:rPr>
              <a:t>Let's Build This World.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Ready to Commit?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2026-02-14T12:46:33Z</dcterms:created>
  <dcterms:modified xsi:type="dcterms:W3CDTF">2026-02-14T12:46:33Z</dcterms:modified>
</cp:coreProperties>
</file>